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segundo bloque comienza la Tarea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Llaves: Hogar · Hogar + Persona · Hogar + Persona + Viaje. Los códigos se resuelven contra tablas_parametros/.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(ComunaOrigen, Proposito) se resuelven contra tablas_parametros/ con merge.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Estadística descriptiva sobre datos reales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23% de las personas no viajó ese día.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1,9 viajes. Mediana: 2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quedó bajo la mediana: la masa de ceros la desplaza.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dirección del sesgo depende de la forma de la distribución.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173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$688.274. Mediana: $507.826.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36%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271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Mediana: 30 minutos. Percentil 95: 98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4649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3857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778" y="1143000"/>
            <a:ext cx="601644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Ante toda cifra resumen: ¿de quién habla este número? ¿Muestra, subgrupo o ciudad?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
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son sus definiciones de base; el punto 6 lo aplica a la EOD.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i tiene una probabilidad πᵢ de ser incluida en la muestra (según su zona, su hogar y el día asignado).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 factor es el inverso: wᵢ = 1/πᵢ, las personas de la población que representa (Horvitz y Thompson, 1952).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El total poblacional se estima sumando factores; las medias, ponderando por ellos.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Se usa el factor de la unidad analizada: hogar (Factor), persona (Factor_LaboralNormal), viaje (FactorLaboralNormal); dos nombres difieren solo en un guion bajo.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Dos pasos, en orden: definir la población (¿día laboral?) y ponderar dentro de ella. La cifra ingenua decía 23% sin viajes; la estimación correcta es 15%.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06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Quien no viajó no está en la tabla de viajes: hay que reincorporarlo antes de calcular.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Ponderado: el 15% de las personas no viajó; media de 2,2 viajes, mediana de 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59% de la población hace exactamente 2 viajes: la ida y la vuelta.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cifra ingenua decía 23%: mezclaba días de fin de semana y omitía los factores.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33579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viaje: mediana de 25 minutos, percentil 95 de 90.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
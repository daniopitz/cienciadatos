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Toma valores entre -1 y 1 (Bruce, Bruce y Gedeck, 2020, cap. 1).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covarianza estandarizada:  r = cov(X, Y) / (σX · σY).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punto aporta el producto de sus desviaciones respecto de la media, en unidades de desviación estándar.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 valor extremo entra multiplicando y puede dominar el resultado.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relación curva produce un coeficiente bajo aunque la asociación sea fuerte.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Transformar los datos (por ejemplo con logaritmo) cambia su valor.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Su cuadrado anticipa el R² de la regresión lineal (unidad 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el mismo Pearson, pero calculado sobre los rangos: la posición de cada valor al ordenar la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empates equivale a:  ρ = 1 - 6·Σd² / (n·(n² - 1)),  con d la diferencia de rangos de cada caso.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valores 5, 12, 8 y 200 tienen rangos 1, 3, 2 y 4: el 200 pasa a ser solo el cuarto.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Mide si al crecer una variable crece la otra, sin importar la forma de la relación.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Consecuencias: robusto a extremos, invariante ante transformaciones monótonas, y válido para variables ordinales, donde Pearson no tiene sentido.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 es Pearson sobre los rangos</a:t>
            </a:r>
          </a:p>
        </p:txBody>
      </p:sp>
      <p:pic>
        <p:nvPicPr>
          <p:cNvPr id="4" name="Picture 3" descr="15_rangos_spear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54" y="1143000"/>
            <a:ext cx="592109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60 viajes en ambos paneles: al pasar a rangos, la curva se endereza y el extremo deja de dominar.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Pearson: variables numéricas, relación aproximadamente recta en el gráfico, sin extremos dominantes.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Spearman: distribuciones asimétricas o con extremos, relaciones curvas pero crecientes, o variables ordinales.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EDA conviene calcular ambos: la diferencia entre ellos es un diagnóstico.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Distancia y duración: Pearson 0,43 contra Spearman 0,76. La brecha indica relación monótona pero no lineal.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Tras aplicar logaritmo a ambas variables, Pearson sube a 0,73, casi igual a Spearman: el logaritmo endereza la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Si los dos coeficientes difieren mucho, mire el gráfico antes de reportar cualquiera.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no significan nada sin sus tablas de parámetros: unirlas es parte del análisis.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tabla con filas indexadas y columnas con nombre y tipo. Los códigos (comuna, propósito) se traducen con las tablas de parámetros, uniéndolas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Estadística descriptiva sobre datos reales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173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464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3857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78" y="1143000"/>
            <a:ext cx="601644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
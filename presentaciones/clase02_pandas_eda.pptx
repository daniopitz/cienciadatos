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 es el EDA: examinar los datos antes de modelarlos. Los puntos 1 a 4 son sus definiciones de base; el punto 6 lo aplica a la EOD.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y contiguo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Por eso las operaciones se ejecutan en código compilado sobre la columna completa, en vez de interpretar un ciclo elemento por elemento: sumar TiempoViaje toma 0,08 ms contra 7 ms del ciclo equivalente.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expansión, formalmente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persona i tiene una probabilidad πᵢ de ser incluida en la muestra (según su zona, su hogar y el día asignado).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Su factor es el inverso: wᵢ = 1/πᵢ, las personas de la población que representa (Horvitz y Thompson, 1952).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El total poblacional se estima sumando factores; las medias, ponderando por ellos.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Se usa el factor de la unidad analizada: hogar (Factor), persona (Factor_LaboralNormal), viaje (FactorLaboralNormal); dos nombres difieren solo en un guion bajo.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Dos pasos, en orden: definir la población (¿día laboral?) y ponderar dentro de ella. La cifra ingenua decía 23% sin viajes; la estimación correcta es 15%.</a:t>
            </a:r>
          </a:p>
        </p:txBody>
      </p:sp>
      <p:pic>
        <p:nvPicPr>
          <p:cNvPr id="5" name="Picture 4" descr="21_factor_formu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067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Quien no viajó no está en la tabla de viajes: hay que reincorporarlo antes de calcular.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Ponderado: el 15% de las personas no viajó; media de 2,2 viajes, mediana de 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59% de la población hace exactamente 2 viajes: la ida y la vuelta.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cifra ingenua decía 23%: mezclaba días de fin de semana y omitía los factores.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33579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hogar: media $729.898, mediana $520.000.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40%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1954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Ponderado por el factor del viaje: mediana de 25 minutos, percentil 95 de 90.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encuesta, primero se define la población y luego se pondera por los factores: la cifra ingenua del 23% sin viajes era en realidad un 15%.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concepto de la clase: el EDA, examinar los datos antes de modelarlos, preguntando ante cada cifra de quién habla.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Horvitz, D. G. y Thompson, D. J. (1952). A Generalization of Sampling Without Replacement from a Finite Universe. JASA 47(260).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
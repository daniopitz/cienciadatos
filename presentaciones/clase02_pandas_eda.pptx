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entregan los lentes; el 6 lo pone en práctica.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965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
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tabla con filas indexadas y columnas con nombre y tipo. Los códigos (comuna, propósito) se traducen con las tablas de parámetros, uniéndolas con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
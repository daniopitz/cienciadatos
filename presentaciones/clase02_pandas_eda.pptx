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segundo bloque comienza la Tarea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Se denota r (Bruce, Bruce y Gedeck,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xᵢ e yᵢ son los valores del par i; x̄ e ȳ, sus medias; n, el número de pares.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1: recta creciente exacta; r = -1: decreciente exacta.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0: sin asociación lineal (puede existir asociación de otra forma).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Su cuadrado anticipa el R² de la regresión (unidad 7).</a:t>
            </a:r>
          </a:p>
        </p:txBody>
      </p:sp>
      <p:pic>
        <p:nvPicPr>
          <p:cNvPr id="5" name="Picture 4" descr="16_pears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65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mismo Pearson, calculado sobre los rangos: la posición de cada valor al ordenar (1 = el menor). Se denota ρ (rho).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dᵢ es la diferencia entre los rangos del caso i en ambas variables; n, el número de pares. Vale sin empates.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Los valores 5, 12, 8 y 200 tienen rangos 1, 3, 2 y 4: la magnitud desaparece, queda el orden.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Mide asociación monotónica: robusto a extremos, invariante ante transformaciones monótonas, válido para ordinales.</a:t>
            </a:r>
          </a:p>
        </p:txBody>
      </p:sp>
      <p:pic>
        <p:nvPicPr>
          <p:cNvPr id="5" name="Picture 4" descr="17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271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la relación no es lineal, el coeficiente puede ocultarla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viajes por persona según la edad: suben hasta los 30 a 40 años y luego bajan.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asociación es clara, pero r = 0,04 y ρ = 0,05.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relación no es monótona: el tramo que sube y el que baja se cancelan.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Ni Pearson ni Spearman están diseñados para esta forma.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coeficiente cercano a cero no demuestra ausencia de asociación: el gráfico sí la muestra.</a:t>
            </a:r>
          </a:p>
        </p:txBody>
      </p:sp>
      <p:pic>
        <p:nvPicPr>
          <p:cNvPr id="5" name="Picture 4" descr="19_edad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795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Pearson: relación aproximadamente recta, sin extremos dominantes; antesala del modelo lineal.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Spearman: asimetrías, extremos, curvas crecientes, o variables ordinales.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brecha entre ambos es un diagnóstico: 0,43 contra 0,76 indica curva o extremos.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Tras el logaritmo, Pearson llega a 0,73, casi igual a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Calcule ambos; si difieren mucho, mire el gráfico antes de reportar.</a:t>
            </a:r>
          </a:p>
        </p:txBody>
      </p:sp>
      <p:pic>
        <p:nvPicPr>
          <p:cNvPr id="5" name="Picture 4" descr="18_log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3509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no significan nada sin sus tablas de parámetros: unirlas es parte del análisis.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tabla con filas indexadas y columnas con nombre y tipo. Los códigos (comuna, propósito) se traducen con las tablas de parámetros, uniéndolas con merge.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Estadística descriptiva sobre datos reales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23% de las personas no viajó ese día.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1,9 viajes. Mediana: 2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quedó bajo la mediana: la masa de ceros la desplaza.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dirección del sesgo depende de la forma de la distribución.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173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$688.274. Mediana: $507.826.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36%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8271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Mediana: 30 minutos. Percentil 95: 98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4649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3857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uso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Periferia (Buin, Melipilla): poco transporte público; la red no llega.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Ingresos altos (Vitacura, Lo Barnechea): conectadas, con poco uso.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Correlación de Pearson: -0,17. La asociación lineal es débil.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Como vimos en el marco conceptual: el coeficiente no reemplaza al gráfico, y la asociación no autoriza verbos causales.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778" y="1143000"/>
            <a:ext cx="601644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Ante toda cifra resumen: ¿de quién habla este número? ¿Muestra, subgrupo o ciudad?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
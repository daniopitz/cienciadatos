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Correlación: los coeficientes de Pearson y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cuantifica cuánto varían conjuntamente dos variables numéricas. Veremos dos coeficientes, ambos entre -1 y 1: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Pearson: mide asociación lineal, sobre los valores originales.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Spearman: mide asociación monotónica, sobre los rangos; es robusto a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distancia y duración del viaje tienen Pearson 0,43 y Spearman 0,72.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relación es claramente creciente (Spearman alto), pero no lineal y con valores extremos (Pearson moderado).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coeficiente no reemplaza al gráfico: la estructura de la relación se mira.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una variable determina qué operaciones tienen sentido: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Categórico nominal: categorías sin orden (sexo, comuna, propósito del viaje).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Categórico ordinal: categorías con orden (nivel educacional).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Numérico discreto: conteos enteros (viajes por persona).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Numérico continuo: mediciones (ingreso del hogar, duración del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dtype computacional no es el tipo estadístico: un sexo codificado 1 o 2 es un int64 para Pandas, pero sigue siendo nominal.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Promediar una variable nominal produce un número sin significado: el promedio de Sexo en la EOD es 1,53.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Caso 1: códigos que requieren su tabla de parámetros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8862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personas['Sexo'].value_counts()      # 1 y 2: ¿qué son?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sexo = pd.read_csv('tablas_parametros/Sexo.csv', sep=';')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 = personas.merge(sexo, left_on='Sexo',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right_on='Id', how='left')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personas['Sexo'].isna().sum()        # después de todo merge: contar los 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53949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detalle completo, con las cuatro variantes de how, está en el notebook.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Caso 2: contar sin perder a los que no aparecen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viajes_por_persona = viajes.groupby(['Hogar', 'Persona']).size()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conteo = personas.set_index(['Hogar', 'Persona']).assign(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n_viajes=viajes_por_persona)['n_viajes'].fillna(0)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groupby cuenta sobre la tabla de viajes; el fillna(0) reincorpora a los ausentes.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
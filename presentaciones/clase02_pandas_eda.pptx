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 es el EDA: examinar los datos antes de modelarlos. Los puntos 1 a 4 son sus definiciones de base; el punto 6 lo aplica a la EOD.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(EDA, por exploratory data analysis; 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origen y propiedades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 tabular bidimensional: columnas con nombre y tipo propio, filas indexadas.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concepto viene del lenguaje S: los objetos data.frame (Chambers y Hastie, 1992). Wes McKinney lo llevó a Python con pandas (McKinney, 2010).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Cada columna es un arreglo tipado y contiguo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Por eso las operaciones se ejecutan en código compilado sobre la columna completa, en vez de interpretar un ciclo elemento por elemento: sumar TiempoViaje toma 0,08 ms contra 7 ms del ciclo equivalente.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índice alinea los datos automáticamente en operaciones entre tablas y series.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Implementa el álgebra relacional en memoria: selección, proyección, join (merge) y agregación (groupby).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interfaz se volvió un estándar: Spark, Polars y Dask implementan DataFrames con esta misma idea.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EDA sobre la EOD: estadística descriptiva ponderada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expansión, formalmente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persona encuestada i trae un factor de expansión wᵢ (el factor de la persona): cuántas personas de la ciudad representa.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a una persona le corresponde un factor de 100, esa fila del dataset representa a 100 personas reales de Santiago con características similares.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Sumar los factores estima el tamaño de la población; ponderar por ellos, sus medias (Horvitz y Thompson, 1952).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Se usa el factor de la unidad analizada: Factor (hogar), Factor_LaboralNormal (persona), FactorLaboralNormal (viaje).</a:t>
            </a:r>
          </a:p>
        </p:txBody>
      </p:sp>
      <p:pic>
        <p:nvPicPr>
          <p:cNvPr id="5" name="Picture 4" descr="21_factor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9404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 definir la población, luego ponderar</a:t>
            </a:r>
          </a:p>
        </p:txBody>
      </p:sp>
      <p:pic>
        <p:nvPicPr>
          <p:cNvPr id="4" name="Picture 3" descr="22_definir_pob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389" y="1143000"/>
            <a:ext cx="5287220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cifra ingenua mezcla fin de semana y temporada estival; restringir al día laboral normal da 16,2 % y ponderar dentro de ese universo, 15,1 %.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 por el factor del hogar: media $729.898, mediana $520.000.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40%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1954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319" y="1143000"/>
            <a:ext cx="5845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encuesta, primero se define la población y luego se pondera por los factores: la cifra ingenua del 23% sin viajes era en realidad un 15%.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clase: el EDA, examinar los datos antes de modelarlos, preguntando ante cada cifra de quién habla.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Horvitz, D. G. y Thompson, D. J. (1952). A Generalization of Sampling Without Replacement from a Finite Universe. JASA 47(260).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Chambers, J. M. y Hastie, T. J. (1992). Statistical Models in S. Wadsworth &amp; Brooks/Cole.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McKinney, W. (2010). Data Structures for Statistical Computing in Python. Proceedings of the 9th Python in Science Conference.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
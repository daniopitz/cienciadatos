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PT Serif"/>
              </a:rPr>
              <a:t>Manipulación de datos y análisis exploratorio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PT Serif"/>
              </a:rPr>
              <a:t>Clase 2 · Pandas y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PT Serif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PT Serif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Qué veremos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Cargar datos reales y describir su estructura.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Seleccionar, filtrar y tratar los datos faltantes.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Resumir con groupby y combinar tablas con merge.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Empezar el análisis exploratorio: medidas de resumen y primeras figuras.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Cerramos con la actividad en parejas, en el segundo bloque.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Los datos de hoy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Emisiones al aire declaradas en Chile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De dónde vienen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Registro de Emisiones y Transferencias de Contaminantes (RETC), del Ministerio del Medio Ambiente.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Emisiones al aire de fuentes puntuales, año 2020.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Una fila es un contaminante emitido por un establecimiento.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27.015 filas, 16 regiones, 287 comunas y 19 rubros.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MP2,5, MP10 y SO2: los contaminantes de los planes de descontaminación.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Son datos reales, con faltantes y con una distribución muy despareja.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Pandas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La herramienta para manipular tablas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Las dos estructuras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DataFrame: una tabla, con filas y columnas con nombre.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Series: una columna, con su índice.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Al seleccionar una columna de un DataFrame se obtiene una Series.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El índice es lo que permite alinear datos entre tablas distintas.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Casi todo el trabajo del curso pasa por estas dos estructuras.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Cargar y mirar antes de calcular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emisiones = pd.read_csv('datos/emisiones_aire_2020.csv')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emisiones.shape      # cuántas filas y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emisiones.head()     # las primeras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emisiones.info()     # tipo de cada columna y cuántos no nulos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Nunca calcule nada antes de saber qué tiene entre manos.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Seleccionar columnas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emisiones['region']                      # una Series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emisiones[['region', 'comuna']]          # un DataFrame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Los dobles corchetes son la lista de nombres dentro de la selección.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loc y iloc: no confundirlos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emisiones.iloc[0:3]                      # por posición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emisiones.loc[0:2, ['region', 'comuna']] # por etiqueta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iloc excluye el extremo derecho, como las listas de Python; loc lo incluye.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Filtrar con condiciones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mp25 = emisiones[emisiones['contaminante'] == 'MP2,5']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rm = emisiones[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(emisiones['contaminante'] == 'MP2,5')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&amp; (emisiones['region'] == 'Metropolitana')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Cada condición va entre paréntesis, y se combinan con &amp; y con |.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Datos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Pandas los representa como NaN, y en datos reales siempre hay.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En este archivo faltan 58 valores de toneladas y 12 pares de coordenadas.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isna().sum() cuenta cuántos faltan en cada columna.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dropna() elimina filas; fillna() las rellena.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Qué hacer con ellos no es automático: depende de la pregunta.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groupby: separar, resumir y juntar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mp25.groupby('region')['cantidad_toneladas'].sum()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mp25.groupby('region')['cantidad_toneladas'].agg(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total='sum', promedio='mean', mediana='median',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Responde la mayoría de las preguntas descriptivas de un conjunto de datos.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Emisiones de MP2,5 por región</a:t>
            </a:r>
          </a:p>
        </p:txBody>
      </p:sp>
      <p:pic>
        <p:nvPicPr>
          <p:cNvPr id="4" name="Picture 3" descr="04_reg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188720"/>
            <a:ext cx="6309360" cy="2771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Antofagasta y O'Higgins están arriba con mucha menos población: pesa el perfil productivo.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merge: combinar dos tablas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mp25_zonas = mp25.merge(macrozonas, on='region', how='left')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mp25_zonas['macrozona'].isna().sum()   # revisar siempre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Un nombre escrito distinto en las dos tablas produce NaN sin avisar.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Análisis exploratorio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Mirar los datos antes de modelarlos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Qué es el análisis exploratorio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El término lo acuña John Tukey en 1977, en el libro Exploratory Data Analysis.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La idea: mirar los datos antes de suponer un modelo.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Describir la forma de la distribución, no solo su centro.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Detectar errores, valores extremos y patrones inesperados.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Es la etapa donde uno se entera de con qué está trabajando.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El promedio puede engañar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En las emisiones de MP2,5: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Media: 0,382 toneladas.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Mediana: 0,006 toneladas.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Máximo: 299 toneladas.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La media es unas 66 veces la mediana.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Decir 'el establecimiento promedio emite 0,38 t' describe a casi ninguno.</a:t>
            </a:r>
          </a:p>
        </p:txBody>
      </p:sp>
      <p:pic>
        <p:nvPicPr>
          <p:cNvPr id="5" name="Picture 4" descr="03_media_vs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0997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Medidas robustas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Una medida es robusta cuando los valores extremos no la alteran demasiado.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Media completa: 0,382 toneladas.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Media truncada al 10%: 0,017 toneladas.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Mediana: 0,006 toneladas.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La media truncada descarta un porcentaje de cada extremo antes de promediar.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Con distribuciones asimétricas, la mediana describe mejor el caso típico.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Percentiles: la forma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El percentil 90 es el valor bajo el cual queda el 90% de las observaciones.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Percentil 50: 0,006 t.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Percentil 90: 0,153 t.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Percentil 95: 0,672 t.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Percentil 99: 5,809 t.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El 95% emite menos de 0,7 t al año, y el máximo llega a 299.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Un histograma que no se puede leer</a:t>
            </a:r>
          </a:p>
        </p:txBody>
      </p:sp>
      <p:pic>
        <p:nvPicPr>
          <p:cNvPr id="4" name="Picture 3" descr="01_histograma_cr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188720"/>
            <a:ext cx="6309360" cy="36576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Pasa siempre que la distribución es muy asimétrica: todo cae en la primera barra.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El mismo histograma en escala logarítmica</a:t>
            </a:r>
          </a:p>
        </p:txBody>
      </p:sp>
      <p:pic>
        <p:nvPicPr>
          <p:cNvPr id="4" name="Picture 3" descr="02_histogram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188720"/>
            <a:ext cx="6309360" cy="363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Ojo: los intervalos también deben ser logarítmicos, no basta con cambiar el eje.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Comparar grupos con diagramas de caja</a:t>
            </a:r>
          </a:p>
        </p:txBody>
      </p:sp>
      <p:pic>
        <p:nvPicPr>
          <p:cNvPr id="4" name="Picture 3" descr="05_boxplot_macro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188720"/>
            <a:ext cx="6309360" cy="36916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PT Serif"/>
              </a:rPr>
              <a:t>La caja va del percentil 25 al 75, y la línea del medio es la mediana.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Antes de calcular: shape, info() y datos faltantes.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loc es por etiqueta, iloc por posición, y los filtros son condiciones booleanas.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groupby más una función de resumen responde casi todas las preguntas descriptivas.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Después de un merge, revise si quedaron filas sin pareja.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Con distribuciones asimétricas, la mediana y los percentiles son más honestos que la media.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Actividad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En parejas, en el segundo bloque, sobre el mismo archivo de emisiones.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Cargar los datos y describir su estructura.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Comparar MP10 y MP2,5 por región.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Encontrar los establecimientos que más emiten SO2.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Decidir qué medida de resumen reportar y justificarlo.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El enunciado está en actividades/clase02_actividad.md.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
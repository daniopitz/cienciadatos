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¿Cómo se mueve Santiago?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Pandas (repaso) y análisis exploratorio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veremos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Le haremos preguntas a la Encuesta Origen Destino de Santiago 2012.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Repasaremos Pandas aplicándolo a esas preguntas.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Merge y sus variantes, groupby, medidas de resumen.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Lo probablemente nuevo: tablas de códigos y factores de expansión.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parte la Tarea 1: el retrato de tu comuna.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quién habla este número?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concepto de esta clase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preguntarle a una cifra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Pandas ya lo conocen; en esta clase es la herramienta de trabajo.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El objetivo es examinar qué representa una cifra antes de usarla.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Un promedio puede describir una situación en la que pocos están.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Contar filas de una encuesta habla de la muestra, no de la ciudad.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Hay personas de las que la tabla no dice nada; esa ausencia informa.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Al cierre se retoma esta pregunta con los resultados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 de hoy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Encuesta de movilidad del Gran Santiago (SECTRA y U. Alberto Hurtado).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Registra todos los viajes de un día de los hogares encuestados.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18.264 hogares, 60.054 personas, 113.591 viajes.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Se usa en la planificación de transporte de la ciudad.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Fira Sans"/>
              </a:rPr>
              <a:t>Los códigos no significan nada sin sus tablas de parámetros: unirlas es parte del análisis.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Caso 1: códigos que no significan nada solos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8862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personas['Sexo'].value_counts()      # 1 y 2: ¿qué son?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sexo = pd.read_csv('tablas_parametros/Sexo.csv', sep=';')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 = personas.merge(sexo, left_on='Sexo',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right_on='Id', how='left')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personas['Sexo'].isna().sum()        # después de todo merge: contar los 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53949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3A4A5C"/>
                </a:solidFill>
                <a:latin typeface="Fira Sans"/>
              </a:rPr>
              <a:t>El detalle completo, con las cuatro variantes de how, está en el notebook.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sobreviven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Personas con viajes, merge inner: 113.591 filas (una por viaje).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El mismo merge en left: 127.379 filas.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La diferencia son 13.788 personas que no viajaron ese día.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Con inner desaparecen; con left quedan, con NaN en el viaje.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Caso 2: contar sin perder a los que no aparecen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viajes_por_persona = viajes.groupby(['Hogar', 'Persona']).size()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conteo = personas.set_index(['Hogar', 'Persona']).assign(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n_viajes=viajes_por_persona)['n_viajes'].fillna(0)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3A4A5C"/>
                </a:solidFill>
                <a:latin typeface="Fira Sans"/>
              </a:rPr>
              <a:t>El groupby cuenta sobre la tabla de viajes; el fillna(0) trae de vuelta a los ausentes.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Quien no viaja también es 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El 23% de las personas no viajó ese día.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Media: 1,9 viajes. Mediana: 2 viajes.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Aquí la media quedó bajo la mediana: el bloque de ceros la baja.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173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¿A quién representa la encuesta?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factores de expansión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Análisis exploratorio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Examinar los datos antes de modelarlos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análisis exploratorio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La etapa en que se examinan los datos antes de modelarlos (Tukey, 1977).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Responde cuatro tipos de pregunta: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La forma: cómo se distribuye cada variable.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Lo típico y lo extremo: qué es frecuente y qué es anómalo.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Lo que falta: qué datos están ausentes y con qué patrón.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Las relaciones: qué variables se asocian con qué otras.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Genera hipótesis; el análisis confirmatorio (unidad 5) las pone a prueba.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gana un hogar típico?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Media: $688.274. Mediana: $507.826.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La media es un 36% más alta que la mediana.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Los ingresos altos desplazan el promedio; la mayoría gana menos.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dura un viaje?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Mediana: 30 minutos. Percentil 95: 98 minutos.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Máximo registrado: 1.335 minutos, un viaje de 22 horas.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¿Error de digitación? ¿Turno nocturno mal anotado?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4649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¿En qué se mueve Santiago?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Dos merges y un groupby ponderado por factor.</a:t>
            </a:r>
          </a:p>
          <a:p>
            <a:r>
              <a:rPr sz="13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6B7785"/>
                </a:solidFill>
                <a:latin typeface="Fira Sans"/>
              </a:rPr>
              <a:t>Caminata: 34% de los viajes.</a:t>
            </a:r>
          </a:p>
          <a:p>
            <a:r>
              <a:rPr sz="13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6B7785"/>
                </a:solidFill>
                <a:latin typeface="Fira Sans"/>
              </a:rPr>
              <a:t>Transporte público (Bip!): 24%.</a:t>
            </a:r>
          </a:p>
          <a:p>
            <a:r>
              <a:rPr sz="13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6B7785"/>
                </a:solidFill>
                <a:latin typeface="Fira Sans"/>
              </a:rPr>
              <a:t>Auto: 23%.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partición modal de un día laboral, calculada desde los microdatos.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3857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¿Se mueve igual toda la ciudad?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¿El ingreso explica el uso de transporte público?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3A4A5C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r>
              <a:rPr sz="13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6B7785"/>
                </a:solidFill>
                <a:latin typeface="Fira Sans"/>
              </a:rPr>
              <a:t>Periferia (Buin, Melipilla): poco transporte público; la red no llega.</a:t>
            </a:r>
          </a:p>
          <a:p>
            <a:r>
              <a:rPr sz="13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6B7785"/>
                </a:solidFill>
                <a:latin typeface="Fira Sans"/>
              </a:rPr>
              <a:t>Ingresos altos (Vitacura, Lo Barnechea): conectadas, con poco uso.</a:t>
            </a:r>
          </a:p>
          <a:p>
            <a:r>
              <a:rPr sz="13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6B7785"/>
                </a:solidFill>
                <a:latin typeface="Fira Sans"/>
              </a:rPr>
              <a:t>Correlación de Pearson: -0,17. La asociación lineal es débil.</a:t>
            </a:r>
          </a:p>
          <a:p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coeficiente no reemplaza al gráfico: la estructura está en los grupos.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Correlación: dos variables varían juntas.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Causalidad: intervenir una cambiaría la otra. Es una afirmación más fuerte.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Los datos observacionales muestran lo primero, no bastan para lo segundo.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Variable de confusión: la cobertura de la red afecta el uso y no es independiente del ingreso.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La inferencia causal tiene métodos propios; este curso no los cubre.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¿Cambian las rutinas durante la semana?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78" y="1143000"/>
            <a:ext cx="601644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785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Síntesis: ¿de quién habla este número?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'El hogar promedio gana $688 mil': la mayoría gana menos; la mediana describe al hogar típico.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'El 53% de los encuestados...': habla de la muestra; los factores de expansión hablan de la ciudad.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'1,9 viajes en promedio': solo si contamos a quienes no viajaron; un inner los borra sin aviso.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'En Vitacura casi no se usa transporte público': un promedio comunal esconde la variación interna.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operaciones eran repaso; lo nuevo es examinar qué representa cada cifra.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parte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El retrato de tu comuna: cada pareja adopta una comuna del Gran Santiago.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Hoy: elegir la comuna y construir su retrato numérico.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Próxima clase: el retrato gráfico, con métodos de visualización.</a:t>
            </a:r>
          </a:p>
          <a:p>
            <a:r>
              <a:rPr sz="1400" b="0">
                <a:solidFill>
                  <a:srgbClr val="6B7785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6B7785"/>
                </a:solidFill>
                <a:latin typeface="Fira Sans"/>
              </a:rPr>
              <a:t>Entrega del retrato completo: jueves 10 de septiembre, por Aula.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3A4A5C"/>
                </a:solidFill>
                <a:latin typeface="Fira Sans"/>
              </a:rPr>
              <a:t>El enunciado está en evaluaciones/tareas/ y la guía de hoy en actividades/.</a:t>
            </a:r>
          </a:p>
          <a:p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hagan en este bloque ya es parte de la tarea.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
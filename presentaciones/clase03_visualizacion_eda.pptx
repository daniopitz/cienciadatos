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solución: para codificar dos variables a la vez, elegir pares de canales separables, como posición con tonalidad (izquierda); evitar los pares que se integran, como ancho con alto o rojo con verde (derecha), que se perciben como un solo canal. Y siempre verificar en el gráfico que los grupos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doce categorías, tramas, flechas y porcentajes anotados a mano. Los canales elegidos (ángulo, área, textura) no permiten comparar ni ordenar los valores. Fuente: Giga Research, filial de Forrester Research.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
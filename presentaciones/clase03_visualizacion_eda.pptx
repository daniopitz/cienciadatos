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3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66" y="1143000"/>
            <a:ext cx="443206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las 500 empresas del S&amp;P 500 en una torta (Michael Batnick, 2018). Fuera de las cinco o seis tajadas mayores, ángulos y áreas son indistinguibles y las etiquetas ilegibles; la prensa lo difundió igual como un gráfico asombroso.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
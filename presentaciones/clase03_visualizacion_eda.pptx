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doce categorías, tramas, flechas y porcentajes anotados a mano. Los canales elegidos (ángulo, área, textura) no permiten comparar ni ordenar los valores. Fuente: Giga Research, filial de Forrester Research.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
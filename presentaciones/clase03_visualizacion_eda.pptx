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canales_combin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69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957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 Agregar una variable es agregar un canal sobre la misma marca.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Principios de diseño: efectividad y expresividad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codificar los atributos más importantes de los datos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coherencia entre el tipo de canal (magnitud o identidad) y la semántica del atributo (cuantitativo, ordinal, categórico).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Aplicar ambos exige saber qué canales son más efectivos y de qué tipo es cada uno: eso lo responde la percepción, a continuación.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telefónico entre dos países, y se usan solo tres grosores.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¿Qué pasaría si fuesen 10 grosores? ¿Diferenciaríamos valores intermedios?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Discriminabilidad: ¿cuánto es el doble?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el largo, una barra del doble se lee como el doble.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la saturación, nadie puede decir cuánto más rojo es el segundo cuadrado: se percibe la diferencia, no la cantidad.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Diagrama: Denis Parra.</a:t>
            </a:r>
          </a:p>
        </p:txBody>
      </p:sp>
      <p:pic>
        <p:nvPicPr>
          <p:cNvPr id="5" name="Picture 4" descr="s1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257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27" y="1143000"/>
            <a:ext cx="4314344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743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909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19698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respuesta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43758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los cuatro paneles hay los mismos cuatro grupos (dos canales con dos niveles cada uno); lo que cambia es cuántos se logran ver.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solución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43758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codificar dos variables a la vez, elegir pares de canales separables, como posición con tonalidad (izquierda); evitar los pares que se integran, como ancho con alto o rojo con verde (derecha), que se perciben como un solo canal. Y siempre verificar en el gráfico que los grupos sigan siendo legibles por separado.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velocidad de detección sí depende del canal y de cómo interactúa con otros canales (segunda columna de la figura).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99219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tres componentes, y cada una funciona como un canal distinto: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 (hue): qué color es;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Luminosidad: cuánta luz tiene (de oscuro a claro); canal de magnitud.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Saturación: cuán puro es (de gris a vivo); canal de magnitud.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32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966" y="1143000"/>
            <a:ext cx="443206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buen ejemplo de lo que no se debe hacer: las 500 empresas del S&amp;P 500 en una torta (Michael Batnick, 2018). Fuera de las cinco o seis tajadas mayores, ángulos y áreas son indistinguibles y las etiquetas ilegibles; la prensa lo difundió igual como un gráfico asombroso.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2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16" y="1143000"/>
            <a:ext cx="34965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Qué muestra: la distribución de los tipos de usuarios de herramientas analíticas dentro de las empresas (encuesta de Giga Research, filial de Forrester). Otro ejemplo de lo que no se debe hacer: doce categorías, tramas, flechas y porcentajes anotados a mano; el ángulo, el área y la textura no permiten comparar ni ordenar los valores.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datos de la torta anterior (la distribución de los tipos de usuarios de herramientas analíticas dentro de las empresas), ahora en barras: el eje las alinea sobre una base común y el largo codifica el valor, así que los perfiles se comparan y ordenan de un vistazo.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de mercado del banco Société Générale en enero de 2007 y enero de 2009 (fuente: Bloomberg): como áreas, el ojo subestima la caída; como barras, la proporción se lee de inmediato. Ejemplo de Alberto Cairo (2011), el autor de la lectura del control Q2.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3320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343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3709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8190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6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00518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250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que incorpora láminas del curso de Denis Parra (PUC) y figuras del libro de Munzner.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
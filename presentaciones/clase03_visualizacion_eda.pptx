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comunica este gráfico?</a:t>
            </a:r>
          </a:p>
        </p:txBody>
      </p:sp>
      <p:pic>
        <p:nvPicPr>
          <p:cNvPr id="4" name="Picture 3" descr="s2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16" y="1143000"/>
            <a:ext cx="349656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Doce categorías, tramas, flechas y porcentajes anotados a mano: los canales elegidos (ángulo, área, textura) no permiten comparar ni ordenar los valores. Fuente: Giga Research, filial de Forrester Research.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
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solución: para codificar dos variables a la vez, elegir pares de canales separables, como posición con tonalidad (izquierda); evitar los pares que se integran, como ancho con alto o rojo con verde (derecha), que se perciben como un solo canal. Y siempre verificar en el gráfico que los grupos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32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66" y="1143000"/>
            <a:ext cx="443206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buen ejemplo de lo que no se debe hacer: las 500 empresas del S&amp;P 500 en una torta (Michael Batnick, 2018). Fuera de las cinco o seis tajadas mayores, ángulos y áreas son indistinguibles y las etiquetas ilegibles; la prensa lo difundió igual como un gráfico asombroso.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Qué muestra: la distribución de los tipos de usuarios de herramientas analíticas dentro de las empresas (encuesta de Giga Research, filial de Forrester). Otro ejemplo de lo que no se debe hacer: doce categorías, tramas, flechas y porcentajes anotados a mano; el ángulo, el área y la textura no permiten comparar ni ordenar los valores.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datos de la torta anterior (la distribución de los tipos de usuarios de herramientas analíticas dentro de las empresas), ahora en barras: el eje las alinea sobre una base común y el largo codifica el valor, así que los perfiles se comparan y ordenan de un vistazo.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
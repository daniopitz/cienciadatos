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clase: un gráfico es una elección. Qué marca y qué canal codifican cada variable es una decisión, y hay evidencia sobre cuáles funcionan mejor.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Todo gráfico que han hecho ya las usa: en un scatter, cada viaje es un punto (la marca) y su distancia y duración se leen en la posición (los canales).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s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0367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entre dos lugares: solo se distinguen unos pocos niveles de grosor.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Imagen: cortesía de Denis Parra.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se identifican?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principios para elegir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los atributos más importantes de los datos se codifican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el tipo de canal debe ser coherente con el tipo del atributo,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magnitud (posición, largo) para variables cuantitativas y ordinales,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identidad (tonalidad, forma) para variables categóricas.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 la misma distinción de tipos de datos de la clase pasada, ahora aplicada al diseño del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citado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 su comuna en la Tarea 1.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Bloque práctico: Tarea 1, 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lo que queda de la clase se avanza la parte 2 de la Tarea 1: el retrato gráfico de su comuna (ítems 5 a 8).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Distribución de ingresos de su comuna contra 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comuna de contraste y el reparto modal de las tres unidades.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Ingreso y transporte público por comuna, con Pearson y Spearman.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 hallazgo propio.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cada gráfico, justifiquen la elección con lo visto hoy: qué marca, qué canales, y por qué esa combinación es efectiva para la pregunta.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también se forman los grupos del proyecto.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con imágenes cortesía de Denis Parra (PUC).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
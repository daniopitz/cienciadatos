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s1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0367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entre dos lugares: solo se distinguen unos pocos niveles de grosor.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se identifican?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principios para elegir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los atributos más importantes de los datos se codifican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el tipo de canal debe ser coherente con el tipo del atributo,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magnitud (posición, largo) para variables cuantitativas y ordinales,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canales de identidad (tonalidad, forma) para variables categóricas.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 la misma distinción de tipos de datos de la clase pasada, ahora aplicada al diseño del gráfico.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
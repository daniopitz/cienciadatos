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un gráfico es una elección. Qué marca y qué canal codifican cada variable es una decisión, y hay evidencia sobre cuáles funcionan mejor.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gráfico que han hecho ya las usa: en un scatter, cada viaje es un punto (la marca) y su distancia y duración se leen en la posición (los canales).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entre dos lugares: solo se distinguen unos pocos niveles de grosor.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Imagen: cortesía de Denis Parra.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se identifican?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con imágenes cortesía de Denis Parra (PUC).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
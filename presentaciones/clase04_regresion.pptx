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Convención de toda la clase: y es lo que queremos predecir (la variable a predecir); x es la variable independiente que usamos para predecirla.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queremos predecir (y): la duración media de los viajes de cada comuna. La variable independiente (x): el ingreso medio del hogar. 45 comunas,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recta, leída</a:t>
            </a:r>
          </a:p>
        </p:txBody>
      </p:sp>
      <p:pic>
        <p:nvPicPr>
          <p:cNvPr id="4" name="Picture 3" descr="ecuacion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6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89399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lectura que haremos con todos los modelos: cada coeficiente dice cuánto cambia lo que predecimos (y) por una unidad de la variable independiente (x).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print(pendiente, intercepto)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-4.81  38.34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de la clase: el resto usa statsmodels.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statsmodels.api as sm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sm.add_constant(por_comuna["ingreso"] / 1e6)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sm.OLS(por_comuna["duracion"], X).fit()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modelo.params   # intercepto 38,3 y pendiente -4,8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OLS ajusta la misma recta que polyfit y entrega además errores, intervalos y valores p. add_constant agrega el intercepto.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impresión del modelo: modelo.summary()</a:t>
            </a:r>
          </a:p>
        </p:txBody>
      </p:sp>
      <p:pic>
        <p:nvPicPr>
          <p:cNvPr id="4" name="Picture 3" descr="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398" y="1143000"/>
            <a:ext cx="578920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que vamos a explicar: coef es la recta ajustada (38,3 y −4,8); std err, el error de cada coeficiente; [0.025, 0.975], su intervalo de confianza; P&gt;|t|, su valor p. R-squared es el R² (0,12).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confianza: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ajustado: duración = 38,3 − 4,8 · ingreso. Una sola recta, la mejor para estos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responde: ¿cuánto habría variado esa pendiente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summary son las columnas [0.025, 0.975]; también se obtiene con modelo.conf_int().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confianza, dibujado</a:t>
            </a:r>
          </a:p>
        </p:txBody>
      </p:sp>
      <p:pic>
        <p:nvPicPr>
          <p:cNvPr id="4" name="Picture 3" descr="ic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9932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914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signo es sólido (el cero queda fuera: por eso p &lt; 0,05) y la magnitud es imprecisa: entre 1 y 9 minutos por millón. El 95% es una propiedad del método: construido así, atrapa el valor verdadero en el 95% de las muestras. Más en la próxima clase.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ingrediente del error: s,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residuos = modelo.resid          # observado menos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suma_e2 = (residuos ** 2).sum()  # 1.298,5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 = np.sqrt(suma_e2 / (45 - 2))  # 5,5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residuos vienen en el modelo ajustado (modelo.resid): se elevan al cuadrado, se suman y se dividen por n − 2. Es el número que entra a la fórmula de la próxima lámina.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 el error de la pendiente</a:t>
            </a:r>
          </a:p>
        </p:txBody>
      </p:sp>
      <p:pic>
        <p:nvPicPr>
          <p:cNvPr id="4" name="Picture 3" descr="s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3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90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 el ruido, abajo la palanca: más ruido agranda el error; ingresos más repartidos y más puntos lo achican.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
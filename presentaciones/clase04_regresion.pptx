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218" y="1143000"/>
            <a:ext cx="559756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
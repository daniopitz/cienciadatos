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relación que queremos explicar en la primera parte: el ingreso del hogar y la duración media de los viajes, comuna por comuna, con las 45 comunas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que haremos así: el resto de la clase usa statsmodels, que entrega los diagnósticos completos.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 la pendiente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ajusta una sola recta: la mejor para estos datos (pendiente −4,8).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intervalo responde otra pregunta: ¿cuánto habría variado esa mejor recta si la muestra hubiera sido otra?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respuesta con nuestras 45 comunas: la pendiente pudo quedar entre −8,9 y −0,8 minutos por millón.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signo es sólido: todo el rango es negativo (por eso p &lt; 0,05: el cero queda fuera).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magnitud es imprecisa: el efecto va de 1 a 9 minutos por millón; la mejor estimación es 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95% describe al método, no a este intervalo: construido así, atrapa el valor verdadero en el 95% de las muestras. La próxima clase lo vemos en detalle.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
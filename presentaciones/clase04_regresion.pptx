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ajusta una sola recta: la mejor para estos datos (pendiente −4,8).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 otra pregunta: ¿cuánto habría variado esa mejor recta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respuesta con nuestras 45 comunas: la pendiente pudo quedar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(por eso p &lt; 0,05: el cero queda fuera).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el efecto va de 1 a 9 minutos por millón; la mejor estimación es 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describe al método, no a este intervalo: construido así, atrapa el valor verdadero en el 95% de las muestras. La próxima clase lo vemos en detalle.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 sale del único ajuste: arriba el ruido (la desviación de los residuos) y abajo la palanca (la dispersión de los x).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
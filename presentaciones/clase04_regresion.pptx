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relación que queremos explicar en la primera parte: el ingreso del hogar y la duración media de los viajes, comuna por comuna, con las 45 comunas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usaremos hoy: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categoría. Cada viaje tiene un solo 1, en la de su modo; el auto se saca y queda de referencia.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quedó en deuda: la inferencia de la próxima clase lo explica de verdad.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
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6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8939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98" y="1143000"/>
            <a:ext cx="57892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ingrediente del error: s,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residuos = modelo.resid          # observado menos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suma_e2 = (residuos ** 2).sum()  # 1.298,5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 = np.sqrt(suma_e2 / (45 - 2))  # 5,5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residuos vienen en el modelo ajustado (modelo.resid): se elevan al cuadrado, se suman y se dividen por n − 2. Es el número que entra a la fórmula de la próxima lámina.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100" y="1143000"/>
            <a:ext cx="613379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 el ruido, abajo la palanca: más ruido agranda el error; ingresos más repartidos y más puntos lo achican.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
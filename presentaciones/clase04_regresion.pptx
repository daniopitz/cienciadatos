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Regresión lineal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Matriz de correlación, regresión simple, múltiple y ponderada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4 de septiembre,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La matriz de correlación: todos los pares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primera regresión: mínimos cuadrados.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 con statsmodels: R² y valor 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Variables categóricas en la regresión: dummies.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la clase 02 definimos el modelo: Y = f(X) + ε. Hoy, por primera vez, estimamos f.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que ya conocen dice si dos variables se mueven juntas; la regresión dice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la regresión múltiple responde la pregunta que la correlación no puede: el efecto de cada variable con las demás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Convención de toda la clase: y es lo que queremos predecir (la variable a predecir); x es la variable independiente que usamos para predecirla.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matriz de 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Todos los pares de una vez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 (clase 02)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Lo nuevo: todas contra todas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simétrica, dibujada con la paleta divergente de la clase pasada. El 0,96 entre largo y ancho del pétalo dice que son casi redundantes: evidencia para decidir qué variables entran a un modelo.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5478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menor ingreso viajan más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queremos predecir (y): la duración media de los viajes de cada comuna. La variable independiente (x): el ingreso medio del hogar. 45 comunas, ponderadas por su factor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02,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construida</a:t>
            </a:r>
          </a:p>
        </p:txBody>
      </p:sp>
      <p:pic>
        <p:nvPicPr>
          <p:cNvPr id="4" name="Picture 3" descr="ds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resultado del groupby: 45 filas, una por comuna, con el ingreso y la duración como medias ponderadas. Esta tabla alimenta la primera recta.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correlaciona fuerte con los vehículos (0,94), y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curso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083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fórmula, y statsmodels le agrega los diagnósticos que veremos hoy.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recta, leída</a:t>
            </a:r>
          </a:p>
        </p:txBody>
      </p:sp>
      <p:pic>
        <p:nvPicPr>
          <p:cNvPr id="4" name="Picture 3" descr="ecuacion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06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89399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lectura que haremos con todos los modelos: cada coeficiente dice cuánto cambia lo que predecimos (y) por una unidad de la variable independiente (x).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print(pendiente, intercepto)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-4.81  38.34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Es el único de la clase: el resto usa statsmodels.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El valor p de hoy y la inferencia de la próxima clase responden.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statsmodels.api as sm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sm.add_constant(por_comuna["ingreso"] / 1e6)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sm.OLS(por_comuna["duracion"], X).fit()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modelo.params   # intercepto 38,3 y pendiente -4,8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OLS ajusta la misma recta que polyfit y entrega además errores, intervalos y valores p. add_constant agrega el intercepto.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impresión del modelo: modelo.summary()</a:t>
            </a:r>
          </a:p>
        </p:txBody>
      </p:sp>
      <p:pic>
        <p:nvPicPr>
          <p:cNvPr id="4" name="Picture 3" descr="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398" y="1143000"/>
            <a:ext cx="578920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que vamos a explicar: coef es la recta ajustada (38,3 y −4,8); std err, el error de cada coeficiente; [0.025, 0.975], su intervalo de confianza; P&gt;|t|, su valor p. R-squared es el R² (0,12).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confianza: la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ajustado: duración = 38,3 − 4,8 · ingreso. Una sola recta, la mejor para estos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intervalo responde: ¿cuánto habría variado esa pendiente si la muestra hubiera sido otra?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summary son las columnas [0.025, 0.975]; también se obtiene con modelo.conf_int().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confianza, dibujado</a:t>
            </a:r>
          </a:p>
        </p:txBody>
      </p:sp>
      <p:pic>
        <p:nvPicPr>
          <p:cNvPr id="4" name="Picture 3" descr="ic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9932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914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signo es sólido (el cero queda fuera: por eso p &lt; 0,05) y la magnitud es imprecisa: entre 1 y 9 minutos por millón. El 95% es una propiedad del método: construido así, atrapa el valor verdadero en el 95% de las muestras. Más en la próxima clase.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ingrediente del error: s,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residuos = modelo.resid          # observado menos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suma_e2 = (residuos ** 2).sum()  # 1.298,5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 = np.sqrt(suma_e2 / (45 - 2))  # 5,5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residuos vienen en el modelo ajustado (modelo.resid): se elevan al cuadrado, se suman y se dividen por n − 2. Es el número que entra a la fórmula de la próxima lámina.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 el error de la pendiente</a:t>
            </a:r>
          </a:p>
        </p:txBody>
      </p:sp>
      <p:pic>
        <p:nvPicPr>
          <p:cNvPr id="4" name="Picture 3" descr="s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9859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183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Arriba el ruido, abajo la palanca: más ruido agranda el error; ingresos más repartidos y más puntos lo achican.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otro: la decisión sobre los extremos (clase 03) también afecta al modelo.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con pesos: las fórmulas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cuando la conclusión es sobre la ciudad, la regresión también se pondera. En statsmodels se llama WLS (weighted least squares).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Muchos puntos y colas largas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problemas al graficar los 90 mil viajes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23983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DistanciaViaje.csv; sus −1 son faltantes disfrazados).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8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Es la transformación de la clase pasada, ahora al servicio del modelo: vuelve lineales las relaciones multiplicativas.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Varias variables a la vez, con statsmodels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7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13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de partida, ponderado por el factor del hogar: vehículos = 0,20 + 0,50 · ingreso (18.264 hogares). ¿Qué variable agregamos, y cómo se decide?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Hogares.csv</a:t>
            </a:r>
          </a:p>
        </p:txBody>
      </p:sp>
      <p:pic>
        <p:nvPicPr>
          <p:cNvPr id="4" name="Picture 3" descr="ds_hog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de este modelo: el ingreso y el número de vehículos y de personas del hogar, con su factor de expansión y su comuna.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correlación como mapa: la fila de NumVeh manda. El ingreso (0,47)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con WLS: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0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0615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6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5197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18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4446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26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280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distancia es la candidata natural (la correlación de la clase 02). Primera decisión: partir por ella, con los 102 mil viajes de la EOD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viajes.csv y su distancia</a:t>
            </a:r>
          </a:p>
        </p:txBody>
      </p:sp>
      <p:pic>
        <p:nvPicPr>
          <p:cNvPr id="4" name="Picture 3" descr="ds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viaje usaremos la duración (minutos), la distancia (metros, desde DistanciaViaje.csv por la llave Viaje) y el factor del día laboral.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265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52427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La distancia sola no basta.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Primero el mapa. La distancia (en log) es el motor: 0,73. El ingreso da 0,00 por viaje: el −0,34 de la recta por comuna era entre promedios,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6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46238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07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3382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categoría, y cada viaje tiene un solo 1, en la de su modo. Regla obligatoria: una categoría se saca y queda de referencia (aquí, el auto). Si entraran todas, las columnas sumarían siempre 1, igual que el intercepto, y el modelo no podría distinguir sus efectos.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36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24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41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766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86085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coeficiente de una dummy solo se considera si el viaje es en ese modo de transporte; si no, la dummy vale 0 y el término desaparece.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modelo está en log, el coeficiente se suma al log, y sumar en log es multiplicar: 10 elevado a 0,27 = 1,87. Por eso los dos tiempos se dividen y no se restan.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un viaje en Bip! tarda 1,87 veces lo que uno en auto, a igual distancia.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Advertencia: el R² ajustado</a:t>
            </a:r>
          </a:p>
        </p:txBody>
      </p:sp>
      <p:pic>
        <p:nvPicPr>
          <p:cNvPr id="4" name="Picture 3" descr="c4_17_r2_aju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10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3638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R² nunca baja al agregar variables; el ajustado descuenta cada una (en statsmodels, rsquared_adj). Con nuestros n es idéntico; con pocos datos, no. Para comparar modelos, el ajustado.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regresión pone números a la asociación: cuánto cambia y por unidad de x; la múltiple, con las demás variables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matriz de correlación es el mapa para elegir variables; Anscombe recuerda que el número no reemplaza al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la regresión se pondera: WLS con el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R² dice cuánto explica el modelo; el valor p, si un coeficiente se distingue del azar; las categóricas entran como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y el intervalo de confianza se ven en detalle la próxima clase (inferencia).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Tarea 1 se entrega el jueves 10 de septiembre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hay clases el 11 (actividades de Fiestas Patrias) ni el 18 (vacaciones).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Viernes 25 de septiembre: inferencia estadística (qué significa el valor p que statsmodels ya nos mostró), control Q2 (Cairo, Introducción + cap. 2) y entrega de la propuesta de proyecto.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
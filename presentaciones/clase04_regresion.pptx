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relación que queremos explicar en la primera parte: el ingreso del hogar y la duración media de los viajes, comuna por comuna, con las 45 comunas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pendiente −4,8 salió de estas 45 comunas: otra muestra habría dado otro número. La estimación tiene ruido.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statsmodels entrega el rango de pendientes compatibles con los datos: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(por eso p &lt; 0,05: el cero queda fuera).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el efecto va de 1 a 9 minutos por millón; la mejor estimación es 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95% describe al método, no a este intervalo: construido así, atrapa el valor verdadero en el 95% de las muestras. La próxima clase lo vemos en detalle.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
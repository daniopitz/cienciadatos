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recta: los mismos números que polyfit, más lo que polyfit no entrega: errores estándar, intervalos y valores p. add_constant agrega el intercepto.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dónde sale: las columnas [0.025, 0.975] del summary de statsmodels (o modelo.conf_int()); la fórmula viene en la próxima lámina.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resultado: la pendiente está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(el cero queda fuera; por eso p &lt; 0,05).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entre 1 y 9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
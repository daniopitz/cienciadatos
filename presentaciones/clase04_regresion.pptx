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580" y="1143000"/>
            <a:ext cx="56828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 la pendiente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dónde sale: las columnas [0.025, 0.975] del summary de statsmodels (o modelo.conf_int()); la fórmula viene en la próxima lámina.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resultado: la pendiente está entre −8,9 y −0,8 minutos por millón.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signo es sólido: todo el rango es negativo (el cero queda fuera; por eso p &lt; 0,05).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magnitud es imprecisa: entre 1 y 9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807" y="1143000"/>
            <a:ext cx="622838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las fórmulas, x es el ingreso, y es la duración y los e son los residuos de la recta. Todo sale del único ajuste: arriba el ruido (la desviación de los residuos) y abajo la palanca (la dispersión de los ingresos).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
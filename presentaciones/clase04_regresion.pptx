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recta, leída</a:t>
            </a:r>
          </a:p>
        </p:txBody>
      </p:sp>
      <p:pic>
        <p:nvPicPr>
          <p:cNvPr id="4" name="Picture 3" descr="ecuacion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601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01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lectura que haremos con todos los modelos: cada coeficiente dice cuánto cambia lo que predecimos (y) por una unidad de la variable independiente (x).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580" y="1143000"/>
            <a:ext cx="56828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confianza: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son las columnas [0.025, 0.975]; también se obtiene con modelo.conf_int().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confianza, dibujado</a:t>
            </a:r>
          </a:p>
        </p:txBody>
      </p:sp>
      <p:pic>
        <p:nvPicPr>
          <p:cNvPr id="4" name="Picture 3" descr="ic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932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14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signo es sólido (el cero queda fuera: por eso p &lt; 0,05) y la magnitud es imprecisa: entre 1 y 9 minutos por millón. 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807" y="1143000"/>
            <a:ext cx="622838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las fórmulas, x es el ingreso, y es la duración y los e son los residuos de la recta. Todo sale del único ajuste: arriba el ruido (la desviación de los residuos) y abajo la palanca (la dispersión de los ingresos).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
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PT Serif"/>
              </a:rPr>
              <a:t>¿Qué significa EDA?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PT Serif"/>
              </a:rPr>
              <a:t>Análisis Exploratorio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PT Serif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PT Serif"/>
              </a:rPr>
              <a:t>INF-396 · Departamento de Informática · UTFSM · Material de apoyo, clases 2 y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Una situación conocida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Nos entregan un archivo con 27.015 filas de emisiones industriales.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La tentación: correr de inmediato un modelo, calcular un promedio, sacar una conclusión.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El problema: todavía no sabemos qué hay adentro.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¿Qué representa una fila?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¿Qué columnas tienen datos y cuáles vienen vacías?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¿Los valores son razonables o hay errores de registro?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1">
                <a:solidFill>
                  <a:srgbClr val="1D3557"/>
                </a:solidFill>
                <a:latin typeface="PT Serif"/>
              </a:rPr>
              <a:t>El análisis exploratorio es la etapa que responde esas preguntas.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PT Serif"/>
              </a:rPr>
              <a:t>El origen de la idea</a:t>
            </a:r>
          </a:p>
          <a:p>
            <a:r>
              <a:rPr sz="1800" b="0">
                <a:solidFill>
                  <a:srgbClr val="E0A437"/>
                </a:solidFill>
                <a:latin typeface="PT Serif"/>
              </a:rPr>
              <a:t>John Tukey, 1977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Exploratory Data Analysis (Tukey, 1977)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John Tukey, estadístico de Princeton y Bell Labs, publica en 1977 el libro que le da nombre al área.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Su planteamiento fue una provocación para la estadística de la época: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La estadística se había concentrado en confirmar hipótesis ya formuladas.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Tukey reivindica el paso anterior: mirar los datos para descubrir qué preguntas vale la pena hacer.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Para Tukey, la exploración es trabajo de detective: buscar pistas antes de acusar a nadie.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1">
                <a:solidFill>
                  <a:srgbClr val="1D3557"/>
                </a:solidFill>
                <a:latin typeface="PT Serif"/>
              </a:rPr>
              <a:t>EDA no es una técnica: es una actitud frente a los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Exploratorio y confirmatorio: dos momentos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Análisis exploratorio: generar hipótesis.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Flexible, gráfico, iterativo.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La pregunta es abierta: ¿qué hay aquí que valga la pena entender?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Análisis confirmatorio: poner a prueba hipótesis.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Formal, con supuestos y tests (lo veremos en inferencia, unidad 5).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La pregunta es cerrada: ¿es cierto este efecto que propuse?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1">
                <a:solidFill>
                  <a:srgbClr val="1D3557"/>
                </a:solidFill>
                <a:latin typeface="PT Serif"/>
              </a:rPr>
              <a:t>Confundir los dos momentos es peligroso: la hipótesis que salió de los datos no puede confirmarse con los mismos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PT Serif"/>
              </a:rPr>
              <a:t>Qué se hace al explorar</a:t>
            </a:r>
          </a:p>
          <a:p>
            <a:r>
              <a:rPr sz="1800" b="0">
                <a:solidFill>
                  <a:srgbClr val="E0A437"/>
                </a:solidFill>
                <a:latin typeface="PT Serif"/>
              </a:rPr>
              <a:t>Cuatro preguntas que guían el EDA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Las preguntas del explorador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¿Qué forma tienen los datos? Distribución de cada variable: centro, dispersión, asimetría.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¿Qué es típico y qué es extremo? Medidas de resumen y valores atípicos.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¿Qué falta? Datos ausentes, y si su ausencia significa algo.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¿Qué se relaciona con qué? Comparaciones entre grupos y asociaciones entre variables.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1">
                <a:solidFill>
                  <a:srgbClr val="1D3557"/>
                </a:solidFill>
                <a:latin typeface="PT Serif"/>
              </a:rPr>
              <a:t>Cada respuesta cambia la decisión siguiente: qué limpiar, qué transformar, qué modelar.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Explorar es dejar que los datos sorprendan</a:t>
            </a:r>
          </a:p>
        </p:txBody>
      </p:sp>
      <p:pic>
        <p:nvPicPr>
          <p:cNvPr id="4" name="Picture 3" descr="01_histograma_cr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88720"/>
            <a:ext cx="6309360" cy="3657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785"/>
                </a:solidFill>
                <a:latin typeface="PT Serif"/>
              </a:rPr>
              <a:t>Primer intento con las emisiones de MP2,5: el histograma no muestra nada. Eso ya es un hallazgo.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La misma variable, mirada de nuevo</a:t>
            </a:r>
          </a:p>
        </p:txBody>
      </p:sp>
      <p:pic>
        <p:nvPicPr>
          <p:cNvPr id="4" name="Picture 3" descr="02_histograma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88720"/>
            <a:ext cx="6309360" cy="3630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785"/>
                </a:solidFill>
                <a:latin typeface="PT Serif"/>
              </a:rPr>
              <a:t>En escala logarítmica aparece la forma: la distribución es muy asimétrica, con una cola larga.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Lo que la exploración reveló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>
                <a:solidFill>
                  <a:srgbClr val="3A4A5C"/>
                </a:solidFill>
                <a:latin typeface="PT Serif"/>
              </a:rPr>
              <a:t>La media (0,38 t) es 66 veces la mediana (0,006 t).</a:t>
            </a:r>
          </a:p>
          <a:p>
            <a:r>
              <a:rPr sz="1500" b="1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>
                <a:solidFill>
                  <a:srgbClr val="3A4A5C"/>
                </a:solidFill>
                <a:latin typeface="PT Serif"/>
              </a:rPr>
              <a:t>Casi todos los establecimientos emiten poco; unos pocos emiten muchísimo.</a:t>
            </a:r>
          </a:p>
          <a:p>
            <a:r>
              <a:rPr sz="1500" b="1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>
                <a:solidFill>
                  <a:srgbClr val="3A4A5C"/>
                </a:solidFill>
                <a:latin typeface="PT Serif"/>
              </a:rPr>
              <a:t>Sin explorar, habríamos reportado un promedio que no describe a nadie.</a:t>
            </a:r>
          </a:p>
          <a:p>
            <a:r>
              <a:rPr sz="1500" b="1">
                <a:solidFill>
                  <a:srgbClr val="E0A437"/>
                </a:solidFill>
                <a:latin typeface="PT Serif"/>
              </a:rPr>
              <a:t>▸ </a:t>
            </a:r>
            <a:r>
              <a:rPr sz="1500" b="1">
                <a:solidFill>
                  <a:srgbClr val="1D3557"/>
                </a:solidFill>
                <a:latin typeface="PT Serif"/>
              </a:rPr>
              <a:t>Este hallazgo cambia el análisis completo: qué medida reportar, qué escala usar, qué modelo tiene sentido.</a:t>
            </a:r>
          </a:p>
        </p:txBody>
      </p:sp>
      <p:pic>
        <p:nvPicPr>
          <p:cNvPr id="5" name="Picture 4" descr="03_media_vs_medi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2099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El ciclo del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Explorar no es una lista de pasos: es un ciclo que se repite.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1. Hacer una pregunta sobre los datos.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2. Responderla con un resumen numérico o un gráfico.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3. Mirar el resultado: ¿qué sorprende?, ¿qué no cuadra?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4. Esa sorpresa genera la siguiente pregunta.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El ciclo se detiene cuando uno entiende los datos lo suficiente para el paso siguiente.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1">
                <a:solidFill>
                  <a:srgbClr val="1D3557"/>
                </a:solidFill>
                <a:latin typeface="PT Serif"/>
              </a:rPr>
              <a:t>Por eso el EDA se hace en un notebook: el registro del ciclo es parte del resultado.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El EDA dentro de un proyecto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En el ciclo de vida que vimos en la clase 1, el EDA va después de obtener los datos y antes de modelar.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Pero en la práctica reaparece todo el tiempo: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Al limpiar: la exploración muestra qué hay que limpiar.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Al modelar: los residuos de un modelo también se exploran.</a:t>
            </a:r>
          </a:p>
          <a:p>
            <a:r>
              <a:rPr sz="1400" b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400" b="0">
                <a:solidFill>
                  <a:srgbClr val="6B7785"/>
                </a:solidFill>
                <a:latin typeface="PT Serif"/>
              </a:rPr>
              <a:t>Al comunicar: los gráficos del EDA suelen ser los que mejor explican el resultado.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1">
                <a:solidFill>
                  <a:srgbClr val="1D3557"/>
                </a:solidFill>
                <a:latin typeface="PT Serif"/>
              </a:rPr>
              <a:t>En este curso: EDA numérico hoy, métodos gráficos y visualización la próxima clase.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EDA es la etapa de mirar los datos antes de modelarlos, y la actitud de dejarse sorprender por ellos.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Nace con Tukey (1977) como contrapeso al análisis puramente confirmatorio.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Explora la forma, lo típico y lo extremo, lo que falta y lo que se relaciona.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Es un ciclo de preguntas y respuestas, no una receta fija.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1">
                <a:solidFill>
                  <a:srgbClr val="1D3557"/>
                </a:solidFill>
                <a:latin typeface="PT Serif"/>
              </a:rPr>
              <a:t>Un buen EDA evita conclusiones equivocadas: el promedio de las emisiones era la prueba.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PT Serif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Tukey, J. W. (1977). Exploratory Data Analysis. Addison-Wesley.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Bruce, P., Bruce, A. y Gedeck, P. (2020). Practical Statistics for Data Scientists, 2ª ed. O'Reilly. Capítulo 1.</a:t>
            </a:r>
          </a:p>
          <a:p>
            <a:r>
              <a:rPr sz="1800" b="1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>
                <a:solidFill>
                  <a:srgbClr val="3A4A5C"/>
                </a:solidFill>
                <a:latin typeface="PT Serif"/>
              </a:rPr>
              <a:t>Datos: Registro de Emisiones y Transferencias de Contaminantes (RETC), Ministerio del Medio Ambiente. https://datosretc.mma.gob.cl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